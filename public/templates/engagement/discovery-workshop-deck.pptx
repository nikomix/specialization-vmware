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0F4C81"/>
                </a:solidFill>
              </a:rPr>
              <a:t>AVS Discovery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5-day facilitated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4C81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1 — Business context, drivers, success measures</a:t>
            </a:r>
          </a:p>
          <a:p>
            <a:pPr/>
            <a:r>
              <a:t>Day 2 — vSphere estate, workload inventory, dependencies</a:t>
            </a:r>
          </a:p>
          <a:p>
            <a:pPr/>
            <a:r>
              <a:t>Day 3 — Networking, identity, security, regulatory</a:t>
            </a:r>
          </a:p>
          <a:p>
            <a:pPr/>
            <a:r>
              <a:t>Day 4 — Backup, DR, BCDR, ops model</a:t>
            </a:r>
          </a:p>
          <a:p>
            <a:pPr/>
            <a:r>
              <a:t>Day 5 — Findings, sizing options, decision points,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4C81"/>
                </a:solidFill>
              </a:rPr>
              <a:t>Day 1 — Business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Top-3 drivers (DC exit, M&amp;A, EoL, cost, capacity)</a:t>
            </a:r>
          </a:p>
          <a:p>
            <a:pPr/>
            <a:r>
              <a:t>Success measures and timeline</a:t>
            </a:r>
          </a:p>
          <a:p>
            <a:pPr/>
            <a:r>
              <a:t>Decision-makers and sign-off path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4C81"/>
                </a:solidFill>
              </a:rPr>
              <a:t>Day 2 — Estate &amp; workloads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vCenter / cluster inventory</a:t>
            </a:r>
          </a:p>
          <a:p>
            <a:pPr/>
            <a:r>
              <a:t>VM count, OS mix, criticality tiers</a:t>
            </a:r>
          </a:p>
          <a:p>
            <a:pPr/>
            <a:r>
              <a:t>Application owners and constraints (SAP, Oracle, SQL)</a:t>
            </a:r>
          </a:p>
          <a:p>
            <a:pPr/>
            <a:r>
              <a:t>Dependency map from Azure Migrate appliance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4C81"/>
                </a:solidFill>
              </a:rPr>
              <a:t>Day 3 — Networking, identity,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On-prem WAN, ExpressRoute circuits, planned bandwidth</a:t>
            </a:r>
          </a:p>
          <a:p>
            <a:pPr/>
            <a:r>
              <a:t>IP plan and non-overlapping CIDR for AVS mgmt / workloads</a:t>
            </a:r>
          </a:p>
          <a:p>
            <a:pPr/>
            <a:r>
              <a:t>Entra ID, on-prem AD, federation, MFA, PIM</a:t>
            </a:r>
          </a:p>
          <a:p>
            <a:pPr/>
            <a:r>
              <a:t>Regulatory: HIPAA, PCI, ISO 27001, data residency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4C81"/>
                </a:solidFill>
              </a:rPr>
              <a:t>Day 4 — Backup, DR, 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backup tool and retention</a:t>
            </a:r>
          </a:p>
          <a:p>
            <a:pPr/>
            <a:r>
              <a:t>Target RPO/RTO per tier</a:t>
            </a:r>
          </a:p>
          <a:p>
            <a:pPr/>
            <a:r>
              <a:t>DR target: SRM, HCX, Azure Site Recovery, partner</a:t>
            </a:r>
          </a:p>
          <a:p>
            <a:pPr/>
            <a:r>
              <a:t>Ops model: ITSM, monitoring, patching, change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4C81"/>
                </a:solidFill>
              </a:rPr>
              <a:t>Day 5 — Findings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AVS sizing options A/B/C with assumptions</a:t>
            </a:r>
          </a:p>
          <a:p>
            <a:pPr/>
            <a:r>
              <a:t>Recommended reference architecture</a:t>
            </a:r>
          </a:p>
          <a:p>
            <a:pPr/>
            <a:r>
              <a:t>Risks, blockers, decisions required</a:t>
            </a:r>
          </a:p>
          <a:p>
            <a:pPr/>
            <a:r>
              <a:t>Proposed wave plan and timeline</a:t>
            </a:r>
          </a:p>
          <a:p>
            <a:pPr/>
            <a:r>
              <a:t>SOW outline and approval 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4C81"/>
                </a:solidFill>
              </a:rPr>
              <a:t>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Discovery workbook (filled)</a:t>
            </a:r>
          </a:p>
          <a:p>
            <a:pPr/>
            <a:r>
              <a:t>Azure Migrate assessment export</a:t>
            </a:r>
          </a:p>
          <a:p>
            <a:pPr/>
            <a:r>
              <a:t>Sizing options A/B/C deck</a:t>
            </a:r>
          </a:p>
          <a:p>
            <a:pPr/>
            <a:r>
              <a:t>Risk register and decisions log</a:t>
            </a:r>
          </a:p>
          <a:p>
            <a:pPr/>
            <a:r>
              <a:t>Proposed SOW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Advanced Specialization — VMware on Microsoft Azure (Azure VMware Solution) — Discovery Workshop Deck</dc:title>
  <dc:subject>Discovery Workshop Deck</dc:subject>
  <dc:creator>Microsoft Partner Innersource Template</dc:creator>
  <cp:keywords>Microsoft Advanced Specialization; VMware on Microsoft Azure (Azure VMware Solution)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