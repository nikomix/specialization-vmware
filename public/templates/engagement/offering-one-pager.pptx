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Azure VMware Solution — Migration &amp; Modernisation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VMware on Microsoft Azure (Azure VMware Solution) • Microsoft Advanced Specialization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What we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Datacenter exit, DR, stretched cluster, VDI, hybrid, mission-critical rehost on AVS</a:t>
            </a:r>
          </a:p>
          <a:p>
            <a:pPr/>
            <a:r>
              <a:t>Discovery → Design → Migration → Validation → Hypercare</a:t>
            </a:r>
          </a:p>
          <a:p>
            <a:pPr/>
            <a:r>
              <a:t>Audit-ready evidence aligned to V1.9.1 controls</a:t>
            </a:r>
          </a:p>
          <a:p>
            <a:pPr/>
            <a:r>
              <a:t>Joint Microsoft + VMware support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Why this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Solutions Partner for Infrastructure (Azure)</a:t>
            </a:r>
          </a:p>
          <a:p>
            <a:pPr/>
            <a:r>
              <a:t>AZ-104 + AZ-305 certified architects</a:t>
            </a:r>
          </a:p>
          <a:p>
            <a:pPr/>
            <a:r>
              <a:t>VMware-skilled delivery practitioners (VCP-DCV / NSX-T recommended)</a:t>
            </a:r>
          </a:p>
          <a:p>
            <a:pPr/>
            <a:r>
              <a:t>Proven AVS production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Engagement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Qualification (2 weeks): pre-qual gate, scoping</a:t>
            </a:r>
          </a:p>
          <a:p>
            <a:pPr/>
            <a:r>
              <a:t>Discovery (3–4 weeks): Azure Migrate, dependency map, sizing</a:t>
            </a:r>
          </a:p>
          <a:p>
            <a:pPr/>
            <a:r>
              <a:t>Design (3 weeks): HLD, LLD, ALZ alignment</a:t>
            </a:r>
          </a:p>
          <a:p>
            <a:pPr/>
            <a:r>
              <a:t>Implementation (4–8 weeks): AVS build, HCX, migration waves</a:t>
            </a:r>
          </a:p>
          <a:p>
            <a:pPr/>
            <a:r>
              <a:t>Validation + Hypercare (4 weeks): test, sign-off, 30-day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Required Microsoft 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FinOps Review, CASE, Pricing Calculator, DevOps Capability Assessment</a:t>
            </a:r>
          </a:p>
          <a:p>
            <a:pPr/>
            <a:r>
              <a:t>Cloud Adoption Security Review, Azure Landing Zone Review</a:t>
            </a:r>
          </a:p>
          <a:p>
            <a:pPr/>
            <a:r>
              <a:t>Well-Architected Review (≥ 2 pillars for AVS — Reliability + Cost recommended)</a:t>
            </a:r>
          </a:p>
          <a:p>
            <a:pPr/>
            <a:r>
              <a:t>Azure Migrate VMware assessment (performance-based ≥ 7 days)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AVS private cloud operational in target region(s)</a:t>
            </a:r>
          </a:p>
          <a:p>
            <a:pPr/>
            <a:r>
              <a:t>Workloads migrated with customer-signed acceptance</a:t>
            </a:r>
          </a:p>
          <a:p>
            <a:pPr/>
            <a:r>
              <a:t>Audit-ready evidence pack for V1.9.1 (ISSI)</a:t>
            </a:r>
          </a:p>
          <a:p>
            <a:pPr/>
            <a:r>
              <a:t>Hypercare exit to BAU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4C81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pre-qualification status</a:t>
            </a:r>
          </a:p>
          <a:p>
            <a:pPr/>
            <a:r>
              <a:t>Schedule Discovery Workshop (5 days)</a:t>
            </a:r>
          </a:p>
          <a:p>
            <a:pPr/>
            <a:r>
              <a:t>Sign SOW and kick off</a:t>
            </a:r>
          </a:p>
          <a:p>
            <a:pPr/>
            <a:r>
              <a:t>Contact: &lt;partner contact name / email&gt;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Advanced Specialization — VMware on Microsoft Azure (Azure VMware Solution) — Offering One-Pager</dc:title>
  <dc:subject>Offering One-Pager</dc:subject>
  <dc:creator>Microsoft Partner Innersource Template</dc:creator>
  <cp:keywords>Microsoft Advanced Specialization; VMware on Microsoft Azure (Azure VMware Solution)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